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24">
          <p15:clr>
            <a:srgbClr val="A4A3A4"/>
          </p15:clr>
        </p15:guide>
        <p15:guide id="2" pos="7368">
          <p15:clr>
            <a:srgbClr val="A4A3A4"/>
          </p15:clr>
        </p15:guide>
        <p15:guide id="3" pos="312">
          <p15:clr>
            <a:srgbClr val="A4A3A4"/>
          </p15:clr>
        </p15:guide>
        <p15:guide id="4" orient="horz" pos="2856">
          <p15:clr>
            <a:srgbClr val="A4A3A4"/>
          </p15:clr>
        </p15:guide>
        <p15:guide id="5" pos="5928">
          <p15:clr>
            <a:srgbClr val="A4A3A4"/>
          </p15:clr>
        </p15:guide>
        <p15:guide id="6" pos="6168">
          <p15:clr>
            <a:srgbClr val="A4A3A4"/>
          </p15:clr>
        </p15:guide>
        <p15:guide id="7" pos="1512">
          <p15:clr>
            <a:srgbClr val="A4A3A4"/>
          </p15:clr>
        </p15:guide>
        <p15:guide id="8" orient="horz" pos="264">
          <p15:clr>
            <a:srgbClr val="A4A3A4"/>
          </p15:clr>
        </p15:guide>
        <p15:guide id="9" pos="2496">
          <p15:clr>
            <a:srgbClr val="A4A3A4"/>
          </p15:clr>
        </p15:guide>
        <p15:guide id="10" pos="2688">
          <p15:clr>
            <a:srgbClr val="A4A3A4"/>
          </p15:clr>
        </p15:guide>
        <p15:guide id="11" pos="4536">
          <p15:clr>
            <a:srgbClr val="A4A3A4"/>
          </p15:clr>
        </p15:guide>
        <p15:guide id="12" pos="4008">
          <p15:clr>
            <a:srgbClr val="A4A3A4"/>
          </p15:clr>
        </p15:guide>
        <p15:guide id="13" pos="4944">
          <p15:clr>
            <a:srgbClr val="A4A3A4"/>
          </p15:clr>
        </p15:guide>
        <p15:guide id="14" pos="5136">
          <p15:clr>
            <a:srgbClr val="A4A3A4"/>
          </p15:clr>
        </p15:guide>
        <p15:guide id="15" orient="horz" pos="1584">
          <p15:clr>
            <a:srgbClr val="A4A3A4"/>
          </p15:clr>
        </p15:guide>
        <p15:guide id="16" orient="horz" pos="2736">
          <p15:clr>
            <a:srgbClr val="A4A3A4"/>
          </p15:clr>
        </p15:guide>
        <p15:guide id="17" orient="horz" pos="3648">
          <p15:clr>
            <a:srgbClr val="A4A3A4"/>
          </p15:clr>
        </p15:guide>
        <p15:guide id="18" orient="horz" pos="864">
          <p15:clr>
            <a:srgbClr val="A4A3A4"/>
          </p15:clr>
        </p15:guide>
        <p15:guide id="19" orient="horz" pos="3984">
          <p15:clr>
            <a:srgbClr val="A4A3A4"/>
          </p15:clr>
        </p15:guide>
        <p15:guide id="20" pos="456">
          <p15:clr>
            <a:srgbClr val="A4A3A4"/>
          </p15:clr>
        </p15:guide>
        <p15:guide id="21" pos="7248">
          <p15:clr>
            <a:srgbClr val="A4A3A4"/>
          </p15:clr>
        </p15:guide>
        <p15:guide id="22" orient="horz" pos="1920">
          <p15:clr>
            <a:srgbClr val="A4A3A4"/>
          </p15:clr>
        </p15:guide>
        <p15:guide id="23" orient="horz" pos="2256">
          <p15:clr>
            <a:srgbClr val="A4A3A4"/>
          </p15:clr>
        </p15:guide>
        <p15:guide id="24" pos="7176">
          <p15:clr>
            <a:srgbClr val="A4A3A4"/>
          </p15:clr>
        </p15:guide>
        <p15:guide id="25" orient="horz" pos="1704">
          <p15:clr>
            <a:srgbClr val="A4A3A4"/>
          </p15:clr>
        </p15:guide>
        <p15:guide id="26" pos="4176">
          <p15:clr>
            <a:srgbClr val="A4A3A4"/>
          </p15:clr>
        </p15:guide>
        <p15:guide id="27" orient="horz" pos="2592">
          <p15:clr>
            <a:srgbClr val="A4A3A4"/>
          </p15:clr>
        </p15:guide>
        <p15:guide id="28" pos="6912">
          <p15:clr>
            <a:srgbClr val="A4A3A4"/>
          </p15:clr>
        </p15:guide>
        <p15:guide id="29" pos="35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24" orient="horz"/>
        <p:guide pos="7368"/>
        <p:guide pos="312"/>
        <p:guide pos="2856" orient="horz"/>
        <p:guide pos="5928"/>
        <p:guide pos="6168"/>
        <p:guide pos="1512"/>
        <p:guide pos="264" orient="horz"/>
        <p:guide pos="2496"/>
        <p:guide pos="2688"/>
        <p:guide pos="4536"/>
        <p:guide pos="4008"/>
        <p:guide pos="4944"/>
        <p:guide pos="5136"/>
        <p:guide pos="1584" orient="horz"/>
        <p:guide pos="2736" orient="horz"/>
        <p:guide pos="3648" orient="horz"/>
        <p:guide pos="864" orient="horz"/>
        <p:guide pos="3984" orient="horz"/>
        <p:guide pos="456"/>
        <p:guide pos="7248"/>
        <p:guide pos="1920" orient="horz"/>
        <p:guide pos="2256" orient="horz"/>
        <p:guide pos="7176"/>
        <p:guide pos="1704" orient="horz"/>
        <p:guide pos="4176"/>
        <p:guide pos="2592" orient="horz"/>
        <p:guide pos="6912"/>
        <p:guide pos="355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5.xml"/><Relationship Id="rId21" Type="http://schemas.openxmlformats.org/officeDocument/2006/relationships/font" Target="fonts/Merriweather-regular.fntdata"/><Relationship Id="rId13" Type="http://schemas.openxmlformats.org/officeDocument/2006/relationships/font" Target="fonts/Raleway-regular.fntdata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3" name="Google Shape;23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3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8" name="Google Shape;38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4" name="Google Shape;54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61" name="Google Shape;61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8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8" name="Google Shape;68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9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1" name="Google Shape;71;p9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p9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9" name="Google Shape;79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1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bg>
      <p:bgPr>
        <a:solidFill>
          <a:srgbClr val="D8BEB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title"/>
          </p:nvPr>
        </p:nvSpPr>
        <p:spPr>
          <a:xfrm>
            <a:off x="2295144" y="1463040"/>
            <a:ext cx="74982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2322576" y="2953512"/>
            <a:ext cx="7470600" cy="3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/>
            </a:lvl1pPr>
            <a:lvl2pPr indent="-2286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i="1" sz="1600"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1" type="ftr"/>
          </p:nvPr>
        </p:nvSpPr>
        <p:spPr>
          <a:xfrm>
            <a:off x="411480" y="3017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10122408" y="301752"/>
            <a:ext cx="167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2400300" y="2535888"/>
            <a:ext cx="9801097" cy="821"/>
            <a:chOff x="2286319" y="5546299"/>
            <a:chExt cx="9801097" cy="903"/>
          </a:xfrm>
        </p:grpSpPr>
        <p:cxnSp>
          <p:nvCxnSpPr>
            <p:cNvPr id="92" name="Google Shape;92;p13"/>
            <p:cNvCxnSpPr/>
            <p:nvPr/>
          </p:nvCxnSpPr>
          <p:spPr>
            <a:xfrm>
              <a:off x="2286319" y="5546299"/>
              <a:ext cx="7391400" cy="0"/>
            </a:xfrm>
            <a:prstGeom prst="straightConnector1">
              <a:avLst/>
            </a:prstGeom>
            <a:noFill/>
            <a:ln cap="flat" cmpd="sng" w="571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9676016" y="5547202"/>
              <a:ext cx="2411400" cy="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duas colunas claras">
  <p:cSld name="Título e duas colunas claras">
    <p:bg>
      <p:bgPr>
        <a:solidFill>
          <a:schemeClr val="accent6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1" type="ftr"/>
          </p:nvPr>
        </p:nvSpPr>
        <p:spPr>
          <a:xfrm>
            <a:off x="411480" y="3017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10122408" y="301752"/>
            <a:ext cx="167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0" y="722376"/>
            <a:ext cx="12192000" cy="541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>
            <p:ph type="title"/>
          </p:nvPr>
        </p:nvSpPr>
        <p:spPr>
          <a:xfrm>
            <a:off x="603504" y="1463040"/>
            <a:ext cx="105156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649224" y="2971800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2" type="body"/>
          </p:nvPr>
        </p:nvSpPr>
        <p:spPr>
          <a:xfrm>
            <a:off x="6236208" y="2971800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3" type="body"/>
          </p:nvPr>
        </p:nvSpPr>
        <p:spPr>
          <a:xfrm>
            <a:off x="365760" y="3401568"/>
            <a:ext cx="47550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4" type="body"/>
          </p:nvPr>
        </p:nvSpPr>
        <p:spPr>
          <a:xfrm>
            <a:off x="5943600" y="3401568"/>
            <a:ext cx="47550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grpSp>
        <p:nvGrpSpPr>
          <p:cNvPr id="103" name="Google Shape;103;p14"/>
          <p:cNvGrpSpPr/>
          <p:nvPr/>
        </p:nvGrpSpPr>
        <p:grpSpPr>
          <a:xfrm rot="10800000">
            <a:off x="726934" y="2521655"/>
            <a:ext cx="11480832" cy="1"/>
            <a:chOff x="2077471" y="5539116"/>
            <a:chExt cx="11480832" cy="1"/>
          </a:xfrm>
        </p:grpSpPr>
        <p:cxnSp>
          <p:nvCxnSpPr>
            <p:cNvPr id="104" name="Google Shape;104;p14"/>
            <p:cNvCxnSpPr/>
            <p:nvPr/>
          </p:nvCxnSpPr>
          <p:spPr>
            <a:xfrm>
              <a:off x="2077471" y="5539116"/>
              <a:ext cx="47553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" name="Google Shape;105;p14"/>
            <p:cNvCxnSpPr/>
            <p:nvPr/>
          </p:nvCxnSpPr>
          <p:spPr>
            <a:xfrm>
              <a:off x="6816103" y="5539117"/>
              <a:ext cx="67422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is conteúdos à direita">
  <p:cSld name="Dois conteúdos à direita">
    <p:bg>
      <p:bgPr>
        <a:solidFill>
          <a:schemeClr val="lt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-12700" y="858"/>
            <a:ext cx="3060600" cy="685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>
            <p:ph idx="11" type="ftr"/>
          </p:nvPr>
        </p:nvSpPr>
        <p:spPr>
          <a:xfrm>
            <a:off x="411480" y="3017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10122408" y="301752"/>
            <a:ext cx="167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" name="Google Shape;110;p15"/>
          <p:cNvSpPr txBox="1"/>
          <p:nvPr>
            <p:ph type="title"/>
          </p:nvPr>
        </p:nvSpPr>
        <p:spPr>
          <a:xfrm>
            <a:off x="667512" y="1399032"/>
            <a:ext cx="48462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6245352" y="1252728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2" type="body"/>
          </p:nvPr>
        </p:nvSpPr>
        <p:spPr>
          <a:xfrm>
            <a:off x="6245352" y="3502152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3" type="body"/>
          </p:nvPr>
        </p:nvSpPr>
        <p:spPr>
          <a:xfrm>
            <a:off x="5989320" y="1792224"/>
            <a:ext cx="47550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4" type="body"/>
          </p:nvPr>
        </p:nvSpPr>
        <p:spPr>
          <a:xfrm>
            <a:off x="5989320" y="3941064"/>
            <a:ext cx="47550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grpSp>
        <p:nvGrpSpPr>
          <p:cNvPr id="115" name="Google Shape;115;p15"/>
          <p:cNvGrpSpPr/>
          <p:nvPr/>
        </p:nvGrpSpPr>
        <p:grpSpPr>
          <a:xfrm>
            <a:off x="-11882" y="3045071"/>
            <a:ext cx="4279011" cy="300"/>
            <a:chOff x="5475479" y="5537858"/>
            <a:chExt cx="4279011" cy="300"/>
          </a:xfrm>
        </p:grpSpPr>
        <p:cxnSp>
          <p:nvCxnSpPr>
            <p:cNvPr id="116" name="Google Shape;116;p15"/>
            <p:cNvCxnSpPr/>
            <p:nvPr/>
          </p:nvCxnSpPr>
          <p:spPr>
            <a:xfrm>
              <a:off x="5475479" y="5537976"/>
              <a:ext cx="30606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" name="Google Shape;117;p15"/>
            <p:cNvCxnSpPr/>
            <p:nvPr/>
          </p:nvCxnSpPr>
          <p:spPr>
            <a:xfrm flipH="1" rot="10800000">
              <a:off x="8537690" y="5537858"/>
              <a:ext cx="1216800" cy="30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ixa escura de título e conteúdo">
  <p:cSld name="Faixa escura de título e conteúdo">
    <p:bg>
      <p:bgPr>
        <a:solidFill>
          <a:schemeClr val="accent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>
            <p:ph idx="11" type="ftr"/>
          </p:nvPr>
        </p:nvSpPr>
        <p:spPr>
          <a:xfrm>
            <a:off x="411480" y="3017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12" type="sldNum"/>
          </p:nvPr>
        </p:nvSpPr>
        <p:spPr>
          <a:xfrm>
            <a:off x="10122408" y="301752"/>
            <a:ext cx="167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" name="Google Shape;122;p16"/>
          <p:cNvSpPr txBox="1"/>
          <p:nvPr>
            <p:ph type="title"/>
          </p:nvPr>
        </p:nvSpPr>
        <p:spPr>
          <a:xfrm>
            <a:off x="603504" y="1463040"/>
            <a:ext cx="105156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Font typeface="Arial"/>
              <a:buNone/>
              <a:defRPr sz="5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idx="1" type="body"/>
          </p:nvPr>
        </p:nvSpPr>
        <p:spPr>
          <a:xfrm>
            <a:off x="649224" y="3483864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2" type="body"/>
          </p:nvPr>
        </p:nvSpPr>
        <p:spPr>
          <a:xfrm>
            <a:off x="365760" y="3931920"/>
            <a:ext cx="47550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3" type="body"/>
          </p:nvPr>
        </p:nvSpPr>
        <p:spPr>
          <a:xfrm>
            <a:off x="5943600" y="3931920"/>
            <a:ext cx="47550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grpSp>
        <p:nvGrpSpPr>
          <p:cNvPr id="126" name="Google Shape;126;p16"/>
          <p:cNvGrpSpPr/>
          <p:nvPr/>
        </p:nvGrpSpPr>
        <p:grpSpPr>
          <a:xfrm flipH="1" rot="5400000">
            <a:off x="8764187" y="3943494"/>
            <a:ext cx="5829109" cy="0"/>
            <a:chOff x="2287349" y="55407920"/>
            <a:chExt cx="11160461" cy="0"/>
          </a:xfrm>
        </p:grpSpPr>
        <p:cxnSp>
          <p:nvCxnSpPr>
            <p:cNvPr id="127" name="Google Shape;127;p16"/>
            <p:cNvCxnSpPr/>
            <p:nvPr/>
          </p:nvCxnSpPr>
          <p:spPr>
            <a:xfrm rot="10800000">
              <a:off x="5934599" y="51760670"/>
              <a:ext cx="0" cy="7294500"/>
            </a:xfrm>
            <a:prstGeom prst="straightConnector1">
              <a:avLst/>
            </a:prstGeom>
            <a:noFill/>
            <a:ln cap="flat" cmpd="sng" w="444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" name="Google Shape;128;p16"/>
            <p:cNvCxnSpPr/>
            <p:nvPr/>
          </p:nvCxnSpPr>
          <p:spPr>
            <a:xfrm rot="10800000">
              <a:off x="11514760" y="53474870"/>
              <a:ext cx="0" cy="3866100"/>
            </a:xfrm>
            <a:prstGeom prst="straightConnector1">
              <a:avLst/>
            </a:prstGeom>
            <a:noFill/>
            <a:ln cap="flat" cmpd="sng" w="444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is conteúdos">
  <p:cSld name="Dois conteúdos">
    <p:bg>
      <p:bgPr>
        <a:solidFill>
          <a:srgbClr val="D8BEB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idx="11" type="ftr"/>
          </p:nvPr>
        </p:nvSpPr>
        <p:spPr>
          <a:xfrm>
            <a:off x="411480" y="3017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2" type="sldNum"/>
          </p:nvPr>
        </p:nvSpPr>
        <p:spPr>
          <a:xfrm>
            <a:off x="10122408" y="301752"/>
            <a:ext cx="167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" name="Google Shape;132;p17"/>
          <p:cNvSpPr txBox="1"/>
          <p:nvPr>
            <p:ph type="title"/>
          </p:nvPr>
        </p:nvSpPr>
        <p:spPr>
          <a:xfrm>
            <a:off x="2295144" y="1463040"/>
            <a:ext cx="74982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grpSp>
        <p:nvGrpSpPr>
          <p:cNvPr id="133" name="Google Shape;133;p17"/>
          <p:cNvGrpSpPr/>
          <p:nvPr/>
        </p:nvGrpSpPr>
        <p:grpSpPr>
          <a:xfrm>
            <a:off x="2400300" y="2535888"/>
            <a:ext cx="9801097" cy="821"/>
            <a:chOff x="2286319" y="5546299"/>
            <a:chExt cx="9801097" cy="903"/>
          </a:xfrm>
        </p:grpSpPr>
        <p:cxnSp>
          <p:nvCxnSpPr>
            <p:cNvPr id="134" name="Google Shape;134;p17"/>
            <p:cNvCxnSpPr/>
            <p:nvPr/>
          </p:nvCxnSpPr>
          <p:spPr>
            <a:xfrm>
              <a:off x="2286319" y="5546299"/>
              <a:ext cx="7391400" cy="0"/>
            </a:xfrm>
            <a:prstGeom prst="straightConnector1">
              <a:avLst/>
            </a:prstGeom>
            <a:noFill/>
            <a:ln cap="flat" cmpd="sng" w="571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p17"/>
            <p:cNvCxnSpPr/>
            <p:nvPr/>
          </p:nvCxnSpPr>
          <p:spPr>
            <a:xfrm>
              <a:off x="9676016" y="5547202"/>
              <a:ext cx="2411400" cy="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2322576" y="2971800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2" type="body"/>
          </p:nvPr>
        </p:nvSpPr>
        <p:spPr>
          <a:xfrm>
            <a:off x="2322576" y="4443984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3" type="body"/>
          </p:nvPr>
        </p:nvSpPr>
        <p:spPr>
          <a:xfrm>
            <a:off x="2020824" y="3401568"/>
            <a:ext cx="8379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4" type="body"/>
          </p:nvPr>
        </p:nvSpPr>
        <p:spPr>
          <a:xfrm>
            <a:off x="2020824" y="4901184"/>
            <a:ext cx="8379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is conteúdos no escuro à direita">
  <p:cSld name="Dois conteúdos no escuro à direita">
    <p:bg>
      <p:bgPr>
        <a:solidFill>
          <a:schemeClr val="accent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3962399" y="858"/>
            <a:ext cx="8271600" cy="685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>
            <p:ph idx="11" type="ftr"/>
          </p:nvPr>
        </p:nvSpPr>
        <p:spPr>
          <a:xfrm>
            <a:off x="411480" y="3017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10122408" y="301752"/>
            <a:ext cx="167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4" name="Google Shape;144;p18"/>
          <p:cNvSpPr txBox="1"/>
          <p:nvPr>
            <p:ph type="title"/>
          </p:nvPr>
        </p:nvSpPr>
        <p:spPr>
          <a:xfrm>
            <a:off x="667512" y="1399032"/>
            <a:ext cx="48462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Font typeface="Arial"/>
              <a:buNone/>
              <a:defRPr sz="5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6245352" y="1353312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  <a:defRPr b="1" sz="2200">
                <a:solidFill>
                  <a:schemeClr val="accent5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idx="2" type="body"/>
          </p:nvPr>
        </p:nvSpPr>
        <p:spPr>
          <a:xfrm>
            <a:off x="6245352" y="3502152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  <a:defRPr b="1" sz="2200">
                <a:solidFill>
                  <a:schemeClr val="accent5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3" type="body"/>
          </p:nvPr>
        </p:nvSpPr>
        <p:spPr>
          <a:xfrm>
            <a:off x="5971032" y="1792224"/>
            <a:ext cx="47550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sz="1600">
                <a:solidFill>
                  <a:schemeClr val="accent5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○"/>
              <a:defRPr sz="1600">
                <a:solidFill>
                  <a:schemeClr val="accent5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■"/>
              <a:defRPr sz="1600">
                <a:solidFill>
                  <a:schemeClr val="accent5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sz="1600">
                <a:solidFill>
                  <a:schemeClr val="accent5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4" type="body"/>
          </p:nvPr>
        </p:nvSpPr>
        <p:spPr>
          <a:xfrm>
            <a:off x="5971032" y="3941064"/>
            <a:ext cx="47550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sz="1600">
                <a:solidFill>
                  <a:schemeClr val="accent5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○"/>
              <a:defRPr sz="1600">
                <a:solidFill>
                  <a:schemeClr val="accent5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■"/>
              <a:defRPr sz="1600">
                <a:solidFill>
                  <a:schemeClr val="accent5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  <a:defRPr sz="1600">
                <a:solidFill>
                  <a:schemeClr val="accent5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grpSp>
        <p:nvGrpSpPr>
          <p:cNvPr id="149" name="Google Shape;149;p18"/>
          <p:cNvGrpSpPr/>
          <p:nvPr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150" name="Google Shape;150;p18"/>
            <p:cNvCxnSpPr/>
            <p:nvPr/>
          </p:nvCxnSpPr>
          <p:spPr>
            <a:xfrm>
              <a:off x="5464255" y="5541151"/>
              <a:ext cx="39915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" name="Google Shape;151;p18"/>
            <p:cNvCxnSpPr/>
            <p:nvPr/>
          </p:nvCxnSpPr>
          <p:spPr>
            <a:xfrm>
              <a:off x="9454487" y="5541151"/>
              <a:ext cx="16764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Três">
  <p:cSld name="Conteúdo Três">
    <p:bg>
      <p:bgPr>
        <a:solidFill>
          <a:srgbClr val="D8BEB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idx="11" type="ftr"/>
          </p:nvPr>
        </p:nvSpPr>
        <p:spPr>
          <a:xfrm>
            <a:off x="411480" y="3017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12" type="sldNum"/>
          </p:nvPr>
        </p:nvSpPr>
        <p:spPr>
          <a:xfrm>
            <a:off x="10122408" y="301752"/>
            <a:ext cx="167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p19"/>
          <p:cNvSpPr txBox="1"/>
          <p:nvPr>
            <p:ph type="title"/>
          </p:nvPr>
        </p:nvSpPr>
        <p:spPr>
          <a:xfrm>
            <a:off x="603504" y="1463040"/>
            <a:ext cx="108717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649224" y="2980944"/>
            <a:ext cx="32826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57" name="Google Shape;157;p19"/>
          <p:cNvSpPr txBox="1"/>
          <p:nvPr>
            <p:ph idx="2" type="body"/>
          </p:nvPr>
        </p:nvSpPr>
        <p:spPr>
          <a:xfrm>
            <a:off x="4334256" y="2980944"/>
            <a:ext cx="32826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idx="3" type="body"/>
          </p:nvPr>
        </p:nvSpPr>
        <p:spPr>
          <a:xfrm>
            <a:off x="365760" y="4114800"/>
            <a:ext cx="32826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4" type="body"/>
          </p:nvPr>
        </p:nvSpPr>
        <p:spPr>
          <a:xfrm>
            <a:off x="4005072" y="4114800"/>
            <a:ext cx="32826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grpSp>
        <p:nvGrpSpPr>
          <p:cNvPr id="160" name="Google Shape;160;p19"/>
          <p:cNvGrpSpPr/>
          <p:nvPr/>
        </p:nvGrpSpPr>
        <p:grpSpPr>
          <a:xfrm>
            <a:off x="716809" y="2526984"/>
            <a:ext cx="10758476" cy="1564"/>
            <a:chOff x="2792270" y="5541172"/>
            <a:chExt cx="11391864" cy="158"/>
          </a:xfrm>
        </p:grpSpPr>
        <p:cxnSp>
          <p:nvCxnSpPr>
            <p:cNvPr id="161" name="Google Shape;161;p19"/>
            <p:cNvCxnSpPr/>
            <p:nvPr/>
          </p:nvCxnSpPr>
          <p:spPr>
            <a:xfrm>
              <a:off x="2792270" y="5541172"/>
              <a:ext cx="67605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" name="Google Shape;162;p19"/>
            <p:cNvCxnSpPr/>
            <p:nvPr/>
          </p:nvCxnSpPr>
          <p:spPr>
            <a:xfrm>
              <a:off x="9552734" y="5541330"/>
              <a:ext cx="4631400" cy="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3" name="Google Shape;163;p19"/>
          <p:cNvSpPr txBox="1"/>
          <p:nvPr>
            <p:ph idx="5" type="body"/>
          </p:nvPr>
        </p:nvSpPr>
        <p:spPr>
          <a:xfrm>
            <a:off x="8266176" y="2980944"/>
            <a:ext cx="32826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4" name="Google Shape;164;p19"/>
          <p:cNvSpPr txBox="1"/>
          <p:nvPr>
            <p:ph idx="6" type="body"/>
          </p:nvPr>
        </p:nvSpPr>
        <p:spPr>
          <a:xfrm>
            <a:off x="7973568" y="4114800"/>
            <a:ext cx="32826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duas colunas escuras">
  <p:cSld name="Título e duas colunas escuras">
    <p:bg>
      <p:bgPr>
        <a:solidFill>
          <a:schemeClr val="accent5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idx="11" type="ftr"/>
          </p:nvPr>
        </p:nvSpPr>
        <p:spPr>
          <a:xfrm>
            <a:off x="411480" y="3017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12" type="sldNum"/>
          </p:nvPr>
        </p:nvSpPr>
        <p:spPr>
          <a:xfrm>
            <a:off x="10122408" y="301752"/>
            <a:ext cx="167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0" y="722376"/>
            <a:ext cx="12192000" cy="541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>
            <a:off x="4267200" y="2523744"/>
            <a:ext cx="7924800" cy="900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" name="Google Shape;170;p20"/>
          <p:cNvCxnSpPr/>
          <p:nvPr/>
        </p:nvCxnSpPr>
        <p:spPr>
          <a:xfrm>
            <a:off x="723384" y="2523744"/>
            <a:ext cx="3543900" cy="0"/>
          </a:xfrm>
          <a:prstGeom prst="straightConnector1">
            <a:avLst/>
          </a:prstGeom>
          <a:noFill/>
          <a:ln cap="flat" cmpd="sng" w="571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20"/>
          <p:cNvSpPr txBox="1"/>
          <p:nvPr>
            <p:ph type="title"/>
          </p:nvPr>
        </p:nvSpPr>
        <p:spPr>
          <a:xfrm>
            <a:off x="603504" y="1463040"/>
            <a:ext cx="105156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649224" y="2971800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 sz="22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2" type="body"/>
          </p:nvPr>
        </p:nvSpPr>
        <p:spPr>
          <a:xfrm>
            <a:off x="6236208" y="2971800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 sz="22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3" type="body"/>
          </p:nvPr>
        </p:nvSpPr>
        <p:spPr>
          <a:xfrm>
            <a:off x="365760" y="3401568"/>
            <a:ext cx="51114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4" type="body"/>
          </p:nvPr>
        </p:nvSpPr>
        <p:spPr>
          <a:xfrm>
            <a:off x="5943600" y="3401568"/>
            <a:ext cx="51114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nteúdos à esquerda">
  <p:cSld name="Três conteúdos à esquerda">
    <p:bg>
      <p:bgPr>
        <a:solidFill>
          <a:schemeClr val="accent5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>
            <a:off x="8115301" y="0"/>
            <a:ext cx="40767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21"/>
          <p:cNvGrpSpPr/>
          <p:nvPr/>
        </p:nvGrpSpPr>
        <p:grpSpPr>
          <a:xfrm>
            <a:off x="6317679" y="4564864"/>
            <a:ext cx="5858519" cy="385"/>
            <a:chOff x="5440605" y="5540787"/>
            <a:chExt cx="5858519" cy="385"/>
          </a:xfrm>
        </p:grpSpPr>
        <p:cxnSp>
          <p:nvCxnSpPr>
            <p:cNvPr id="179" name="Google Shape;179;p21"/>
            <p:cNvCxnSpPr/>
            <p:nvPr/>
          </p:nvCxnSpPr>
          <p:spPr>
            <a:xfrm>
              <a:off x="5440605" y="5541172"/>
              <a:ext cx="1797600" cy="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21"/>
            <p:cNvCxnSpPr/>
            <p:nvPr/>
          </p:nvCxnSpPr>
          <p:spPr>
            <a:xfrm>
              <a:off x="7237724" y="5540787"/>
              <a:ext cx="40614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1" name="Google Shape;181;p21"/>
          <p:cNvSpPr txBox="1"/>
          <p:nvPr>
            <p:ph idx="11" type="ftr"/>
          </p:nvPr>
        </p:nvSpPr>
        <p:spPr>
          <a:xfrm>
            <a:off x="411480" y="3017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10122408" y="301752"/>
            <a:ext cx="167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3" name="Google Shape;183;p21"/>
          <p:cNvSpPr txBox="1"/>
          <p:nvPr>
            <p:ph type="title"/>
          </p:nvPr>
        </p:nvSpPr>
        <p:spPr>
          <a:xfrm>
            <a:off x="6217920" y="2514600"/>
            <a:ext cx="48462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630936" y="1252728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2" type="body"/>
          </p:nvPr>
        </p:nvSpPr>
        <p:spPr>
          <a:xfrm>
            <a:off x="630936" y="3584448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3" type="body"/>
          </p:nvPr>
        </p:nvSpPr>
        <p:spPr>
          <a:xfrm>
            <a:off x="365760" y="1792224"/>
            <a:ext cx="47550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4" type="body"/>
          </p:nvPr>
        </p:nvSpPr>
        <p:spPr>
          <a:xfrm>
            <a:off x="365760" y="4123944"/>
            <a:ext cx="47550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88" name="Google Shape;188;p21"/>
          <p:cNvSpPr txBox="1"/>
          <p:nvPr>
            <p:ph idx="5" type="body"/>
          </p:nvPr>
        </p:nvSpPr>
        <p:spPr>
          <a:xfrm>
            <a:off x="630936" y="5065776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89" name="Google Shape;189;p21"/>
          <p:cNvSpPr txBox="1"/>
          <p:nvPr>
            <p:ph idx="6" type="body"/>
          </p:nvPr>
        </p:nvSpPr>
        <p:spPr>
          <a:xfrm>
            <a:off x="365760" y="5605272"/>
            <a:ext cx="47550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radecemos">
  <p:cSld name="Agradecemos">
    <p:bg>
      <p:bgPr>
        <a:solidFill>
          <a:schemeClr val="accent6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/>
          <p:nvPr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2"/>
          <p:cNvSpPr txBox="1"/>
          <p:nvPr>
            <p:ph type="title"/>
          </p:nvPr>
        </p:nvSpPr>
        <p:spPr>
          <a:xfrm>
            <a:off x="2313432" y="1426464"/>
            <a:ext cx="66750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grpSp>
        <p:nvGrpSpPr>
          <p:cNvPr id="193" name="Google Shape;193;p22"/>
          <p:cNvGrpSpPr/>
          <p:nvPr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194" name="Google Shape;194;p22"/>
            <p:cNvCxnSpPr/>
            <p:nvPr/>
          </p:nvCxnSpPr>
          <p:spPr>
            <a:xfrm>
              <a:off x="3733800" y="5537385"/>
              <a:ext cx="6054300" cy="0"/>
            </a:xfrm>
            <a:prstGeom prst="straightConnector1">
              <a:avLst/>
            </a:prstGeom>
            <a:noFill/>
            <a:ln cap="flat" cmpd="sng" w="571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" name="Google Shape;195;p22"/>
            <p:cNvCxnSpPr/>
            <p:nvPr/>
          </p:nvCxnSpPr>
          <p:spPr>
            <a:xfrm>
              <a:off x="9774567" y="5537385"/>
              <a:ext cx="2171700" cy="0"/>
            </a:xfrm>
            <a:prstGeom prst="straightConnector1">
              <a:avLst/>
            </a:prstGeom>
            <a:noFill/>
            <a:ln cap="flat" cmpd="sng" w="5715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3877056" y="3383280"/>
            <a:ext cx="4755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ctrTitle"/>
          </p:nvPr>
        </p:nvSpPr>
        <p:spPr>
          <a:xfrm>
            <a:off x="2267700" y="1408175"/>
            <a:ext cx="44607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pt-BR" sz="7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Portfólio</a:t>
            </a:r>
            <a:endParaRPr sz="6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3"/>
          <p:cNvSpPr txBox="1"/>
          <p:nvPr>
            <p:ph idx="1" type="subTitle"/>
          </p:nvPr>
        </p:nvSpPr>
        <p:spPr>
          <a:xfrm>
            <a:off x="2267700" y="2514600"/>
            <a:ext cx="54132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Enzo Dollabella de Souza Magalhães</a:t>
            </a:r>
            <a:endParaRPr b="1" i="0" sz="2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 txBox="1"/>
          <p:nvPr>
            <p:ph idx="1" type="subTitle"/>
          </p:nvPr>
        </p:nvSpPr>
        <p:spPr>
          <a:xfrm>
            <a:off x="6234305" y="1869375"/>
            <a:ext cx="7902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5271475" y="6324600"/>
            <a:ext cx="7295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3693494" y="1463040"/>
            <a:ext cx="74982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b="0" lang="pt-BR">
                <a:latin typeface="Arial"/>
                <a:ea typeface="Arial"/>
                <a:cs typeface="Arial"/>
                <a:sym typeface="Arial"/>
              </a:rPr>
              <a:t>BIBLIOGRAFIA</a:t>
            </a:r>
            <a:endParaRPr/>
          </a:p>
        </p:txBody>
      </p:sp>
      <p:sp>
        <p:nvSpPr>
          <p:cNvPr id="212" name="Google Shape;212;p24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Portfólio</a:t>
            </a:r>
            <a:endParaRPr/>
          </a:p>
        </p:txBody>
      </p:sp>
      <p:sp>
        <p:nvSpPr>
          <p:cNvPr id="213" name="Google Shape;213;p24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3693501" y="2885562"/>
            <a:ext cx="7470600" cy="3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Procuro alcançar os meus objetivos em sincronia com a ambição de sempre melhorar, buscando sempre a minha melhor versão. Possuo grande interesse na área da tecnologia, pretendo me tornar engenheiro de software no futuro.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26704" r="26133" t="0"/>
          <a:stretch/>
        </p:blipFill>
        <p:spPr>
          <a:xfrm>
            <a:off x="411475" y="1148425"/>
            <a:ext cx="3151775" cy="3799152"/>
          </a:xfrm>
          <a:prstGeom prst="rect">
            <a:avLst/>
          </a:prstGeom>
          <a:noFill/>
          <a:ln cap="flat" cmpd="sng" w="114300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title"/>
          </p:nvPr>
        </p:nvSpPr>
        <p:spPr>
          <a:xfrm>
            <a:off x="603504" y="1463040"/>
            <a:ext cx="10871708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b="0" lang="pt-BR">
                <a:latin typeface="Arial"/>
                <a:ea typeface="Arial"/>
                <a:cs typeface="Arial"/>
                <a:sym typeface="Arial"/>
              </a:rPr>
              <a:t>FORMAÇÃO ACADÊMICA</a:t>
            </a:r>
            <a:endParaRPr b="0" i="0" sz="5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Portfólio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/>
          <p:nvPr>
            <p:ph idx="5" type="body"/>
          </p:nvPr>
        </p:nvSpPr>
        <p:spPr>
          <a:xfrm>
            <a:off x="723900" y="2855696"/>
            <a:ext cx="67104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Colégio Presbiteriano Mackenzie Brasília</a:t>
            </a:r>
            <a:br>
              <a:rPr lang="pt-BR" sz="28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0" lang="pt-BR" sz="2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(2022 – 2024)</a:t>
            </a:r>
            <a:endParaRPr sz="3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t/>
            </a:r>
            <a:endParaRPr b="1" i="0" sz="3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5"/>
          <p:cNvSpPr txBox="1"/>
          <p:nvPr>
            <p:ph idx="5" type="body"/>
          </p:nvPr>
        </p:nvSpPr>
        <p:spPr>
          <a:xfrm>
            <a:off x="723900" y="4690874"/>
            <a:ext cx="68295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Centro Universitário de Brasília - CEUB Faculdade</a:t>
            </a:r>
            <a:br>
              <a:rPr lang="pt-BR" sz="28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0" lang="pt-BR" sz="2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Atualmente cursando Engenharia de Software - 1° Semestre</a:t>
            </a:r>
            <a:endParaRPr b="0" sz="5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t/>
            </a:r>
            <a:endParaRPr b="1" i="0" sz="3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/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b="0" lang="pt-BR">
                <a:latin typeface="Arial"/>
                <a:ea typeface="Arial"/>
                <a:cs typeface="Arial"/>
                <a:sym typeface="Arial"/>
              </a:rPr>
              <a:t>HABILIDADES</a:t>
            </a:r>
            <a:endParaRPr/>
          </a:p>
        </p:txBody>
      </p:sp>
      <p:sp>
        <p:nvSpPr>
          <p:cNvPr id="232" name="Google Shape;232;p26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Portfólio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6"/>
          <p:cNvSpPr txBox="1"/>
          <p:nvPr>
            <p:ph idx="2" type="body"/>
          </p:nvPr>
        </p:nvSpPr>
        <p:spPr>
          <a:xfrm>
            <a:off x="6967708" y="-807950"/>
            <a:ext cx="482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Bloques</a:t>
            </a:r>
            <a:endParaRPr/>
          </a:p>
        </p:txBody>
      </p:sp>
      <p:sp>
        <p:nvSpPr>
          <p:cNvPr id="234" name="Google Shape;234;p26"/>
          <p:cNvSpPr txBox="1"/>
          <p:nvPr>
            <p:ph idx="3" type="body"/>
          </p:nvPr>
        </p:nvSpPr>
        <p:spPr>
          <a:xfrm>
            <a:off x="603500" y="2740025"/>
            <a:ext cx="2571600" cy="26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164" lvl="0" marL="28346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Adaptação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616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Consciência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616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Flexibilidade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616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Cooperação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616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Empatia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 txBox="1"/>
          <p:nvPr>
            <p:ph idx="4" type="body"/>
          </p:nvPr>
        </p:nvSpPr>
        <p:spPr>
          <a:xfrm>
            <a:off x="3718500" y="2740043"/>
            <a:ext cx="47550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164" lvl="0" marL="28346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Resolução de Conflitos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616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Aprendizado Contínuo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616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Pensamento Crítico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616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Confiança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616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Responsabilidade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type="title"/>
          </p:nvPr>
        </p:nvSpPr>
        <p:spPr>
          <a:xfrm>
            <a:off x="211574" y="2310000"/>
            <a:ext cx="52539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b="0" lang="pt-BR">
                <a:latin typeface="Arial"/>
                <a:ea typeface="Arial"/>
                <a:cs typeface="Arial"/>
                <a:sym typeface="Arial"/>
              </a:rPr>
              <a:t>EXPERIÊNCIAS</a:t>
            </a:r>
            <a:endParaRPr b="0" i="0" sz="5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Portfólio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7"/>
          <p:cNvSpPr txBox="1"/>
          <p:nvPr>
            <p:ph idx="1" type="body"/>
          </p:nvPr>
        </p:nvSpPr>
        <p:spPr>
          <a:xfrm>
            <a:off x="6245400" y="835622"/>
            <a:ext cx="50154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Experiência com O Software da Macplan</a:t>
            </a:r>
            <a:endParaRPr sz="2400"/>
          </a:p>
        </p:txBody>
      </p:sp>
      <p:sp>
        <p:nvSpPr>
          <p:cNvPr id="245" name="Google Shape;245;p27"/>
          <p:cNvSpPr txBox="1"/>
          <p:nvPr>
            <p:ph idx="3" type="body"/>
          </p:nvPr>
        </p:nvSpPr>
        <p:spPr>
          <a:xfrm>
            <a:off x="5989319" y="1792224"/>
            <a:ext cx="5015285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164" lvl="0" marL="28346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Suporte no gerenciamento de loja;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616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Entrada e saída de mercadoria;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9616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Registro de nota de venda.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7"/>
          <p:cNvSpPr txBox="1"/>
          <p:nvPr>
            <p:ph idx="2" type="body"/>
          </p:nvPr>
        </p:nvSpPr>
        <p:spPr>
          <a:xfrm>
            <a:off x="6245352" y="3502152"/>
            <a:ext cx="5093208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pt-BR" sz="2400">
                <a:latin typeface="Arial"/>
                <a:ea typeface="Arial"/>
                <a:cs typeface="Arial"/>
                <a:sym typeface="Arial"/>
              </a:rPr>
              <a:t>Controle de Estoque</a:t>
            </a:r>
            <a:endParaRPr b="1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7"/>
          <p:cNvSpPr txBox="1"/>
          <p:nvPr>
            <p:ph idx="4" type="body"/>
          </p:nvPr>
        </p:nvSpPr>
        <p:spPr>
          <a:xfrm>
            <a:off x="5989320" y="3941063"/>
            <a:ext cx="5253824" cy="2499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6164" lvl="0" marL="283464" marR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Experiência com controle de mercadoria em uma loja de roupa.</a:t>
            </a:r>
            <a:endParaRPr sz="1800"/>
          </a:p>
        </p:txBody>
      </p:sp>
      <p:sp>
        <p:nvSpPr>
          <p:cNvPr id="248" name="Google Shape;248;p27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7592850" y="1371600"/>
            <a:ext cx="439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2021 - 2022</a:t>
            </a:r>
            <a:endParaRPr b="1" sz="17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9200725" y="3581400"/>
            <a:ext cx="287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2021 - 2022</a:t>
            </a:r>
            <a:endParaRPr b="1" sz="16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b="0" lang="pt-BR">
                <a:latin typeface="Arial"/>
                <a:ea typeface="Arial"/>
                <a:cs typeface="Arial"/>
                <a:sym typeface="Arial"/>
              </a:rPr>
              <a:t>CURSOS</a:t>
            </a:r>
            <a:endParaRPr/>
          </a:p>
        </p:txBody>
      </p:sp>
      <p:sp>
        <p:nvSpPr>
          <p:cNvPr id="257" name="Google Shape;257;p28"/>
          <p:cNvSpPr txBox="1"/>
          <p:nvPr>
            <p:ph idx="11" type="ftr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Portfólio</a:t>
            </a:r>
            <a:endParaRPr/>
          </a:p>
        </p:txBody>
      </p:sp>
      <p:sp>
        <p:nvSpPr>
          <p:cNvPr id="258" name="Google Shape;258;p28"/>
          <p:cNvSpPr txBox="1"/>
          <p:nvPr>
            <p:ph idx="3" type="body"/>
          </p:nvPr>
        </p:nvSpPr>
        <p:spPr>
          <a:xfrm>
            <a:off x="1989774" y="3041106"/>
            <a:ext cx="8379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9814" lvl="0" marL="28346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•"/>
            </a:pPr>
            <a:r>
              <a:rPr b="1" lang="pt-BR" sz="1700">
                <a:latin typeface="Arial"/>
                <a:ea typeface="Arial"/>
                <a:cs typeface="Arial"/>
                <a:sym typeface="Arial"/>
              </a:rPr>
              <a:t>Word Avançado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8981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pt-BR" sz="1700">
                <a:latin typeface="Arial"/>
                <a:ea typeface="Arial"/>
                <a:cs typeface="Arial"/>
                <a:sym typeface="Arial"/>
              </a:rPr>
              <a:t>Curso de Design Gráfico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8981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pt-BR" sz="1700">
                <a:latin typeface="Arial"/>
                <a:ea typeface="Arial"/>
                <a:cs typeface="Arial"/>
                <a:sym typeface="Arial"/>
              </a:rPr>
              <a:t>Curso de </a:t>
            </a:r>
            <a:r>
              <a:rPr b="1" lang="pt-BR" sz="1700">
                <a:latin typeface="Arial"/>
                <a:ea typeface="Arial"/>
                <a:cs typeface="Arial"/>
                <a:sym typeface="Arial"/>
              </a:rPr>
              <a:t>Fotografia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8981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pt-BR" sz="1700">
                <a:latin typeface="Arial"/>
                <a:ea typeface="Arial"/>
                <a:cs typeface="Arial"/>
                <a:sym typeface="Arial"/>
              </a:rPr>
              <a:t>Trilha </a:t>
            </a:r>
            <a:r>
              <a:rPr b="1" lang="pt-BR" sz="1700">
                <a:latin typeface="Arial"/>
                <a:ea typeface="Arial"/>
                <a:cs typeface="Arial"/>
                <a:sym typeface="Arial"/>
              </a:rPr>
              <a:t>de</a:t>
            </a:r>
            <a:r>
              <a:rPr b="1" lang="pt-BR" sz="1700">
                <a:latin typeface="Arial"/>
                <a:ea typeface="Arial"/>
                <a:cs typeface="Arial"/>
                <a:sym typeface="Arial"/>
              </a:rPr>
              <a:t> Matemática Financeira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89814" lvl="0" marL="283464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700"/>
              <a:buFont typeface="Arial"/>
              <a:buChar char="•"/>
            </a:pPr>
            <a:r>
              <a:rPr b="1" lang="pt-BR" sz="1700">
                <a:latin typeface="Arial"/>
                <a:ea typeface="Arial"/>
                <a:cs typeface="Arial"/>
                <a:sym typeface="Arial"/>
              </a:rPr>
              <a:t>Inglês</a:t>
            </a:r>
            <a:r>
              <a:rPr b="1" lang="pt-BR" sz="1700">
                <a:latin typeface="Arial"/>
                <a:ea typeface="Arial"/>
                <a:cs typeface="Arial"/>
                <a:sym typeface="Arial"/>
              </a:rPr>
              <a:t> Avançado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8"/>
          <p:cNvSpPr txBox="1"/>
          <p:nvPr>
            <p:ph idx="12" type="sldNum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2275050" y="5689863"/>
            <a:ext cx="870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Escola de Idiomas CNA   2016 - 2023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2313432" y="1426464"/>
            <a:ext cx="6675120" cy="1702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b="0" lang="pt-BR">
                <a:latin typeface="Arial"/>
                <a:ea typeface="Arial"/>
                <a:cs typeface="Arial"/>
                <a:sym typeface="Arial"/>
              </a:rPr>
              <a:t>Agradeço a Atenção</a:t>
            </a:r>
            <a:endParaRPr b="0" i="0" sz="7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2313431" y="3423805"/>
            <a:ext cx="4755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Enzo Dollabella de S. M.</a:t>
            </a:r>
            <a:endParaRPr/>
          </a:p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(61) 9 9117-3274</a:t>
            </a:r>
            <a:endParaRPr/>
          </a:p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enzodollabellasm@gmail.com</a:t>
            </a:r>
            <a:endParaRPr/>
          </a:p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www.contoso.com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